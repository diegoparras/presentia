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Ingresos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63</c:v>
                </c:pt>
                <c:pt idx="2">
                  <c:v>76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0000" y="430000"/>
            <a:ext cx="8000000" cy="7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11827"/>
                </a:solidFill>
              </a:rPr>
              <a:t>Rendimiento Trimestral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0000" y="1300000"/>
          <a:ext cx="6600000" cy="49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00000" y="1300000"/>
            <a:ext cx="3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7C51F8"/>
                </a:solidFill>
              </a:rPr>
              <a:t>$4.2M</a:t>
            </a:r>
          </a:p>
          <a:p>
            <a:r>
              <a:rPr sz="1200">
                <a:solidFill>
                  <a:srgbClr val="6B7280"/>
                </a:solidFill>
              </a:rPr>
              <a:t>Ingresos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00000" y="2500000"/>
            <a:ext cx="3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7C51F8"/>
                </a:solidFill>
              </a:rPr>
              <a:t>+38%</a:t>
            </a:r>
          </a:p>
          <a:p>
            <a:r>
              <a:rPr sz="1200">
                <a:solidFill>
                  <a:srgbClr val="6B7280"/>
                </a:solidFill>
              </a:rPr>
              <a:t>Crecimiento YoY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00000" y="3700000"/>
            <a:ext cx="3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7C51F8"/>
                </a:solidFill>
              </a:rPr>
              <a:t>1,240</a:t>
            </a:r>
          </a:p>
          <a:p>
            <a:r>
              <a:rPr sz="1200">
                <a:solidFill>
                  <a:srgbClr val="6B7280"/>
                </a:solidFill>
              </a:rPr>
              <a:t>Clientes nuevos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0000" y="4900000"/>
            <a:ext cx="38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7C51F8"/>
                </a:solidFill>
              </a:rPr>
              <a:t>92%</a:t>
            </a:r>
          </a:p>
          <a:p>
            <a:r>
              <a:rPr sz="1200">
                <a:solidFill>
                  <a:srgbClr val="6B7280"/>
                </a:solidFill>
              </a:rPr>
              <a:t>Retención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