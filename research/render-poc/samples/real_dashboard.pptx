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63</c:v>
                </c:pt>
                <c:pt idx="2">
                  <c:v>76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9530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Rendimiento Trimestral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8700"/>
            <a:ext cx="44005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5" b="0">
                <a:solidFill>
                  <a:srgbClr val="6B7280"/>
                </a:solidFill>
              </a:rPr>
              <a:t>Ingresos por trimestre y métricas clave · FY2026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619250"/>
          <a:ext cx="6667500" cy="4476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39100" y="1809750"/>
            <a:ext cx="1143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1">
                <a:solidFill>
                  <a:srgbClr val="7C51F8"/>
                </a:solidFill>
              </a:rPr>
              <a:t>$4.2M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9100" y="2266950"/>
            <a:ext cx="11430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</a:rPr>
              <a:t>INGRESOS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100" y="3143250"/>
            <a:ext cx="1143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1">
                <a:solidFill>
                  <a:srgbClr val="7C51F8"/>
                </a:solidFill>
              </a:rPr>
              <a:t>+38%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9100" y="3600450"/>
            <a:ext cx="11430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</a:rPr>
              <a:t>CRECIMIENTO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9100" y="4476750"/>
            <a:ext cx="1143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1">
                <a:solidFill>
                  <a:srgbClr val="7C51F8"/>
                </a:solidFill>
              </a:rPr>
              <a:t>1,240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9100" y="4933950"/>
            <a:ext cx="1152525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</a:rPr>
              <a:t>CLIENTES NUEVOS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0500" y="1619250"/>
            <a:ext cx="3429000" cy="1143000"/>
          </a:xfrm>
          <a:prstGeom prst="roundRect">
            <a:avLst/>
          </a:prstGeom>
          <a:solidFill>
            <a:srgbClr val="FB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0500" y="2952750"/>
            <a:ext cx="3429000" cy="1143000"/>
          </a:xfrm>
          <a:prstGeom prst="roundRect">
            <a:avLst/>
          </a:prstGeom>
          <a:solidFill>
            <a:srgbClr val="FB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0500" y="4286250"/>
            <a:ext cx="3429000" cy="1143000"/>
          </a:xfrm>
          <a:prstGeom prst="roundRect">
            <a:avLst/>
          </a:prstGeom>
          <a:solidFill>
            <a:srgbClr val="FB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